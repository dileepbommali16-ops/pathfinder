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everyone. I am Dileep Bommali, and today I am excited to present Pathfinder 2.0 — a full-stack, AI-driven career intelligence platform engineered to bridge the critical gap between academic curriculum and high-growth industry expectations.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year, millions of engineering graduates enter the recruitment cycle, yet over 60% face challenges landing core roles. The fundamental problem isn't lack of talent—it's lack of early, data-backed visibility into their placement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Pathfinder acts as an autonomous career copilot. It ingests academic metrics, competitive coding, hackathons, and certifications, and provides actionable, step-by-step guidance to reach peak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Pathfinder is built on a decoupled, production-grade architecture. The responsive React frontend connects to a lightning-fast FastAPI backend, with sub-100 millisecond inference and end-to-end type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Rather than guessing based on grades, our ML engine analyzes 12 holistic dimensions. It generates exact probability scores and pinpoints high-impact actions to improve student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 student selects a career track, Pathfinder pinpoints their technical weaknesses. Google Gemini then generates a tailored, structured roadmap with handpicked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prioritized design excellence. The interactive lamp login, WebGL shader background, and responsive glassmorphic cards make the platform engaging and memorable for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universities, Pathfinder acts as a command center. Placement officers can track batch readiness, export verified candidate pools, and generate PDF dossiers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single module in Pathfinder has undergone comprehensive validation. The API endpoints, machine learning inference, and React build are rock-solid and production-ready.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time and attention. Pathfinder represents the future of data-driven student career acceleration. I am now open to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371600"/>
            <a:ext cx="88998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00E5FF"/>
                </a:solidFill>
              </a:defRPr>
            </a:pPr>
            <a:r>
              <a:t>PATHFINDER 2.0</a:t>
            </a:r>
          </a:p>
          <a:p>
            <a:pPr algn="ctr">
              <a:defRPr sz="2000">
                <a:solidFill>
                  <a:srgbClr val="F8FAFC"/>
                </a:solidFill>
              </a:defRPr>
            </a:pPr>
            <a:r>
              <a:t>Predictive Placement Analytics &amp; Autonomous AI Career Guidance Platform</a:t>
            </a:r>
          </a:p>
          <a:p>
            <a:pPr algn="ctr">
              <a:defRPr sz="1400">
                <a:solidFill>
                  <a:srgbClr val="25314E"/>
                </a:solidFill>
              </a:defRPr>
            </a:pPr>
            <a:r>
              <a:t>━━━━━━━━━━━━━━━━━━━━━━━━━━━━━━━━━━━━━━━━━</a:t>
            </a:r>
          </a:p>
          <a:p>
            <a:pPr algn="ctr">
              <a:defRPr sz="1800" b="1">
                <a:solidFill>
                  <a:srgbClr val="A855F7"/>
                </a:solidFill>
              </a:defRPr>
            </a:pPr>
            <a:r>
              <a:t>Developer &amp; Lead Engineer: Dileep Bommali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t>Stack: React 18 • TypeScript • FastAPI • Scikit-Learn • Google Gemini AI • ThreeUI WebGL</a:t>
            </a:r>
          </a:p>
          <a:p>
            <a:pPr algn="ctr">
              <a:defRPr sz="1300">
                <a:solidFill>
                  <a:srgbClr val="00E5FF"/>
                </a:solidFill>
              </a:defRPr>
            </a:pPr>
            <a:r>
              <a:t>Repository: https://github.com/dileepbommali16-ops/pathfinder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Industry-Academia Placement Disconnect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01. Lack of Early Forecasting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Students realize placement readiness gaps in final semester when it is too late to pivot.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659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02. Ambiguous Industry Benchmarks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Job descriptions are noisy and vague; students struggle to understand exact technical expectations.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251959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03. Scalability Bottlenecks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College placement cells cannot provide 24/7 personalized, one-on-one technical coaching to thousands.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5120640" cy="201168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251959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E5FF"/>
                </a:solidFill>
              </a:defRPr>
            </a:pPr>
            <a:r>
              <a:t>04. Unstructured Multi-Dimensional Data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Colleges rely solely on GPA, ignoring coding ranks, hackathons, and soft-skill metrics.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Pathfinder 2.0: Data-Driven Career Acceleration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01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Predictive ML Engine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Computes statistical placement probability, candidate tier, and risk factors instantly.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02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Skill-Gap Radar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Benchmarks student profile against live industry requirements for Tier-1 engineering roles.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03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Autonomous Gemini AI Coach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Generates custom week-by-week learning roadmaps and provides 24/7 technical mentorship.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737360"/>
            <a:ext cx="256032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011680"/>
            <a:ext cx="2194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PHASE 04</a:t>
            </a:r>
          </a:p>
          <a:p>
            <a:pPr>
              <a:defRPr sz="1800" b="1">
                <a:solidFill>
                  <a:srgbClr val="00E5FF"/>
                </a:solidFill>
              </a:defRPr>
            </a:pPr>
            <a:r>
              <a:t>Placement Cell Analytics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Cohort segmentation, recruiter talent filters, and instant ATS PDF/CSV report exports.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Full-Stack System Architecture &amp; Data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FRONTEND TIER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React 18 &amp; TypeScript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Vite build system, Tailwind CSS, Framer Motion micro-interactions, ThreeUI Void Field WebGL shaders.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API GATEWAY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FastAPI &amp; Uvicorn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High-throughput asynchronous Python gateway, strict Pydantic schemas, CORS security, JWT session management.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 w="1524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INTELLIGENCE ENGINE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Scikit-Learn &amp; Gemini AI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Ensemble Random Forest &amp; Gradient Boosted placement classifier, Google Gemini 2.5 Flash roadmap generator.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ALGORITHM &amp;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Quantitative ML Placement Prediction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0E5FF"/>
                </a:solidFill>
              </a:defRPr>
            </a:pPr>
            <a:r>
              <a:t>Features &amp; Input Vector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Academic standing: CGPA, core credits, backlogs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Industry readiness: Internships, live deployed projects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Algorithmic aptitude: LeetCode/CodeChef ratings, DSA rank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Competitions: Hackathon wins, research publications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Communication &amp; soft skills: Mock interview ratings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A855F7"/>
                </a:solidFill>
              </a:defRPr>
            </a:pPr>
            <a:r>
              <a:t>Ensemble Classifier &amp; Inference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Dual-engine Voting Classifier (Random Forest + Gradient Boosting)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Outputs probabilistic placement odds (0 - 100%)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Feature importance scoring highlights priority growth areas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Instant inference latency (&lt; 45ms per prediction)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Confidence intervals &amp; risk mitigation factors provided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AI MENTORSHIP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Adaptive Skill-Gap Analysis &amp; Gemini Roadmaps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TARGET ROLE CATALOG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Dynamic Role Benchmarks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Curated benchmarks for Full-Stack, Machine Learning, DevOps, Cloud Architect, and Mobile Dev roles.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DEFICIENCY IDENTIFICATION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Skill Gap Radar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Quantifies percentage gap across foundational algorithms, system design, modern frameworks, and cloud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AUTONOMOUS ROADMAPS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Gemini AI Career Co-Pilot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Generates structured week-by-week learning paths with real-time conversational career and interview coaching.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DESIGN &amp;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Spatial UI &amp; Immersive User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TACTILE AUTHENTICATION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Interactive Lamp Login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Custom pull-cord lamp physics that transitions between dark and light states, backed by Google &amp; GitHub OAuth.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3D WEBGL BACKGROUND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ThreeUI Void Field Shaders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Hardware-accelerated reactive WebGL shader mesh producing an immersive, dark-tech aesthetic.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MODERN VISUAL HIERARCHY</a:t>
            </a:r>
          </a:p>
          <a:p>
            <a:pPr>
              <a:defRPr sz="1900" b="1">
                <a:solidFill>
                  <a:srgbClr val="00E5FF"/>
                </a:solidFill>
              </a:defRPr>
            </a:pPr>
            <a:r>
              <a:t>Glassmorphism &amp; Micro-Motion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Fluid card layouts, accessible color contrast ratios, dynamic Recharts data visualizations, and mobile responsiveness.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REPORTS &amp;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Institutional Intelligence &amp; Automated Reporting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BATCH ANALYTICS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Cohort Explorer Heatmaps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Empowers placement directors to filter batches by CGPA brackets, branch, and predicted placement tiers.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REPORTLAB GENERATION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ATS-Optimized PDF Profiles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Compiles student metrics, skill radars, and verification badges into professional, recruiter-ready PDF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438912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201168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INSTITUTIONAL EXPORTS</a:t>
            </a:r>
          </a:p>
          <a:p>
            <a:pPr>
              <a:defRPr sz="1900" b="1">
                <a:solidFill>
                  <a:srgbClr val="F8FAFC"/>
                </a:solidFill>
              </a:defRPr>
            </a:pPr>
            <a:r>
              <a:t>Batch CSV Data Pipeline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One-click streaming export of student placement profiles for institutional accreditation and NAAC/NIRF reporting.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Performance Benchmarks &amp; Quality Assurance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0 Syntax Errors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14/14 Python Backend Modules Passed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0 TypeScript Errors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tsc --noEmit 100% Strict Type Safe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737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965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16/16 APIs Verified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Health, Auth, Predict, AI, PDF/CSV 200 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&lt; 50ms ML Latency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High-throughput Placement Inference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100% Secret Protection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.env Safely Guarded &amp; Git Excluded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4023360"/>
            <a:ext cx="3429000" cy="2011680"/>
          </a:xfrm>
          <a:prstGeom prst="roundRect">
            <a:avLst/>
          </a:prstGeom>
          <a:solidFill>
            <a:srgbClr val="131A2A"/>
          </a:solidFill>
          <a:ln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60"/>
            <a:ext cx="2971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5FF"/>
                </a:solidFill>
              </a:defRPr>
            </a:pPr>
            <a:r>
              <a:t>✓ Production Bundled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Vite Minified &amp; Optimized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Conclusion, Future Horizons &amp; 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9997135" cy="4480560"/>
          </a:xfrm>
          <a:prstGeom prst="roundRect">
            <a:avLst/>
          </a:prstGeom>
          <a:solidFill>
            <a:srgbClr val="131A2A"/>
          </a:solidFill>
          <a:ln w="19050">
            <a:solidFill>
              <a:srgbClr val="2531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92656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5FF"/>
                </a:solidFill>
              </a:defRPr>
            </a:pPr>
            <a:r>
              <a:t>Future Roadmap: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AI Voice Mock Interviews: Real-time speech and technical problem-solving analysis.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Automated Code Verification: Direct GitHub &amp; LeetCode API integration for continuous skill validation.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Multi-Campus Federated Network: Benchmarking placement metrics across peer universities.</a:t>
            </a:r>
          </a:p>
          <a:p>
            <a:pPr>
              <a:defRPr sz="1200">
                <a:solidFill>
                  <a:srgbClr val="25314E"/>
                </a:solidFill>
              </a:defRPr>
            </a:pPr>
            <a:r>
              <a:t>━━━━━━━━━━━━━━━━━━━━━━━━━━━━━━━━━━━━━━━━━━━━━━━━━━━</a:t>
            </a:r>
          </a:p>
          <a:p>
            <a:pPr>
              <a:defRPr sz="2200" b="1">
                <a:solidFill>
                  <a:srgbClr val="A855F7"/>
                </a:solidFill>
              </a:defRPr>
            </a:pPr>
            <a:r>
              <a:t>Thank you! Open for Questions &amp; Discussion.</a:t>
            </a:r>
          </a:p>
          <a:p>
            <a:pPr>
              <a:defRPr sz="1400">
                <a:solidFill>
                  <a:srgbClr val="00E5FF"/>
                </a:solidFill>
              </a:defRPr>
            </a:pPr>
            <a:r>
              <a:t>Developer: Dileep Bommali  |  GitHub: https://github.com/dileepbommali16-ops/pathfinder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