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I am Dileep Bommali, and today I am excited to present Pathfinder 2.0 — a full-stack, AI-driven career intelligence platform engineered to bridge the critical gap between academic curriculum and high-growth industry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year, millions of engineering graduates enter the recruitment cycle, yet over 60% face challenges landing core roles. The fundamental problem isn't lack of talent—it's lack of early, data-backed visibility into their placement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Pathfinder acts as an autonomous career copilot. It ingests academic metrics, competitive coding, hackathons, and certifications, and provides actionable, step-by-step guidance to reach peak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Pathfinder is built on a decoupled, production-grade architecture. The responsive React frontend connects to a lightning-fast FastAPI backend, with sub-100 millisecond inference and end-to-end type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Rather than guessing based on grades, our ML engine analyzes 8 holistic dimensions across 972 real records. It generates exact probability scores and pinpoints high-impact actions to improve student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student selects a career track, Pathfinder pinpoints their technical weaknesses. Google Gemini then generates a tailored, structured roadmap with handpicked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prioritized design excellence. The interactive lamp login, WebGL shader background, and responsive glassmorphic cards make the platform engaging and memorable for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universities, Pathfinder acts as a command center. Placement officers can track batch readiness, export verified candidate pools, and generate PDF dossiers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module in Pathfinder has undergone comprehensive validation. The API endpoints, machine learning inference, and React build are rock-solid and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Pathfinder represents the future of data-driven student career acceleration. I am now open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018"/>
          </a:solidFill>
          <a:ln w="1905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2D55"/>
                </a:solidFill>
              </a:defRPr>
            </a:pPr>
            <a:r>
              <a:t>PATHFINDER 2.0</a:t>
            </a:r>
          </a:p>
          <a:p>
            <a:pPr algn="ctr">
              <a:defRPr sz="2000">
                <a:solidFill>
                  <a:srgbClr val="F8FAFC"/>
                </a:solidFill>
              </a:defRPr>
            </a:pPr>
            <a:r>
              <a:t>Predictive Placement Analytics &amp; Autonomous AI Career Guidance Platform</a:t>
            </a:r>
          </a:p>
          <a:p>
            <a:pPr algn="ctr">
              <a:defRPr sz="1400">
                <a:solidFill>
                  <a:srgbClr val="302032"/>
                </a:solidFill>
              </a:defRPr>
            </a:pPr>
            <a:r>
              <a:t>━━━━━━━━━━━━━━━━━━━━━━━━━━━━━━━━━━━━━━━━━</a:t>
            </a:r>
          </a:p>
          <a:p>
            <a:pPr algn="ctr">
              <a:defRPr sz="1800" b="1">
                <a:solidFill>
                  <a:srgbClr val="A855F7"/>
                </a:solidFill>
              </a:defRPr>
            </a:pPr>
            <a:r>
              <a:t>Developer &amp; Lead Engineer: Dileep Bommali</a:t>
            </a:r>
          </a:p>
          <a:p>
            <a:pPr algn="ctr">
              <a:defRPr sz="1400">
                <a:solidFill>
                  <a:srgbClr val="A1A1AA"/>
                </a:solidFill>
              </a:defRPr>
            </a:pPr>
            <a:r>
              <a:t>Stack: React 19 • TypeScript • FastAPI • Scikit-Learn • Google Gemini AI • ThreeUI WebGL</a:t>
            </a:r>
          </a:p>
          <a:p>
            <a:pPr algn="ctr">
              <a:defRPr sz="1300">
                <a:solidFill>
                  <a:srgbClr val="FF2D55"/>
                </a:solidFill>
              </a:defRPr>
            </a:pPr>
            <a:r>
              <a:t>Repository: https://github.com/dileepbommali16-ops/pathfinder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Industry-Academia Placement Disconnect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01168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2D55"/>
                </a:solidFill>
              </a:defRPr>
            </a:pPr>
            <a:r>
              <a:t>01. Lack of Early Forecasting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Students realize placement readiness gaps in final semester when it is too late to pivot.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120640" cy="201168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2D55"/>
                </a:solidFill>
              </a:defRPr>
            </a:pPr>
            <a:r>
              <a:t>02. Ambiguous Industry Benchmarks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Job descriptions are noisy and vague; students struggle to understand exact technical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01168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59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2D55"/>
                </a:solidFill>
              </a:defRPr>
            </a:pPr>
            <a:r>
              <a:t>03. Scalability Bottlenecks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College placement cells cannot provide 24/7 personalized, one-on-one technical coaching to thousands.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120640" cy="201168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59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2D55"/>
                </a:solidFill>
              </a:defRPr>
            </a:pPr>
            <a:r>
              <a:t>04. Unstructured Multi-Dimensional Data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Colleges rely solely on GPA, ignoring coding ranks, hackathons, and soft-skill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Pathfinder 2.0: Data-Driven Career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01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Predictive ML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Computes statistical placement probability, candidate tier, and risk factors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02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Skill-Gap Radar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Benchmarks student profile against live industry requirements for Tier-1 engineering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03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Autonomous Gemini AI Coach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Generates custom week-by-week learning roadmaps and provides 24/7 technical mentorship.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6032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116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04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Placement Cell Analytics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Cohort segmentation, recruiter talent filters, and instant ATS PDF/CSV report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Full-Stack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FRONTEND TIER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React 19 &amp; TypeScript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Vite 7 build system, Tailwind CSS v4, Framer Motion, 15 specialized modules, ThreeUI 3D WebGL background shaders.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API &amp; GATEWAY TIER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FastAPI &amp; SQLite WAL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High-throughput asynchronous Python gateway, SQLite in WAL mode with repository pattern, sub-20ms queries, JWT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121018"/>
          </a:solidFill>
          <a:ln w="1524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INTELLIGENCE TIER</a:t>
            </a:r>
          </a:p>
          <a:p>
            <a:pPr>
              <a:defRPr sz="1800" b="1">
                <a:solidFill>
                  <a:srgbClr val="FF2D55"/>
                </a:solidFill>
              </a:defRPr>
            </a:pPr>
            <a:r>
              <a:t>Scikit-Learn &amp; Gemini AI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Calibrated Random Forest model (88% accuracy, 972 cohort records), Google Gemini 2.0 Flash bilingual AI Coach.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ALGORITHM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Quantitative ML Placement Prediction (972 Records)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2D55"/>
                </a:solidFill>
              </a:defRPr>
            </a:pPr>
            <a:r>
              <a:t>Features &amp; Input Vector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Academic standing: CGPA, core credits, active backlogs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Industry readiness: Internships, live deployed projects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Algorithmic aptitude: LeetCode/DSA problem count &amp; rank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Competitions: Hackathon wins, certifications, GitHub portfolio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Communication &amp; soft skills: Placement interview rubric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A855F7"/>
                </a:solidFill>
              </a:defRPr>
            </a:pPr>
            <a:r>
              <a:t>Calibrated Random Forest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Trained on 972 historical student placement records across 9 branches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Random Forest Classifier with 120 decision trees (88% test accuracy)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Outputs probabilistic placement odds (0 - 100%) and salary tier (LPA)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Feature importance scoring highlights priority growth areas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Sub-45ms ultra-low inference latency per candidate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AI MENTORSHIP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Screen-Aware Bilingual Gemini AI Coach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LIVE UI SYNCHRONIZED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Screen-Aware Context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The AI Coach dynamically reads the active screen, CGPA, backlogs, and gauge percentage to mentor with exact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ENGLISH &amp; TELUGU SUPPORT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Bilingual Mentorship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Offers technical coaching in English, Telugu script, and Roman Telugu to eliminate language barriers for all students.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CONVERSATIONAL MEMORY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Multi-Turn Follow-Ups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Retains multi-turn dialogue context so candidates can ask in-depth follow-up questions on architecture, DSA, and viva prep.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DESIGN &amp;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Spatial UI &amp; Immersive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ZERO-BLOCKAGE ACCESS</a:t>
            </a:r>
          </a:p>
          <a:p>
            <a:pPr>
              <a:defRPr sz="1900" b="1">
                <a:solidFill>
                  <a:srgbClr val="FF2D55"/>
                </a:solidFill>
              </a:defRPr>
            </a:pPr>
            <a:r>
              <a:t>Interactive Lamp Login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Tactile desk lamp with pull cord, multi-point click controls, GPU particles, and 1-click Instant Guest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SOFTWARE &amp; HARDWARE</a:t>
            </a:r>
          </a:p>
          <a:p>
            <a:pPr>
              <a:defRPr sz="1900" b="1">
                <a:solidFill>
                  <a:srgbClr val="FF2D55"/>
                </a:solidFill>
              </a:defRPr>
            </a:pPr>
            <a:r>
              <a:t>23 Production Blueprints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6 Flagship + 17 Smart India Hackathon system architectures with pipelines, pitfalls, and viva defense Q&amp;A.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SPATIAL UI ARCHITECTURE</a:t>
            </a:r>
          </a:p>
          <a:p>
            <a:pPr>
              <a:defRPr sz="1900" b="1">
                <a:solidFill>
                  <a:srgbClr val="FF2D55"/>
                </a:solidFill>
              </a:defRPr>
            </a:pPr>
            <a:r>
              <a:t>15 Specialized Modules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Overview, Cohort Analytics, What-If Simulator, Resume Studio, Digital Twin, and 3D WebGL background shaders.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REPORTS &amp;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Institutional Intelligence &amp; Automated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BATCH ANALYTICS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Cohort Explorer Heatmaps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Empowers placement directors to filter batches by CGPA brackets, branch, and predicted placement 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REPORTLAB GENERATION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ATS-Optimized PDF Profiles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Compiles student metrics, skill radars, and verification badges into professional, recruiter-ready PDF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INSTITUTIONAL EXPORTS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Batch CSV Data Pipeline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One-click streaming export of student placement profiles for institutional accreditation and NAAC/NIRF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Performance Benchmarks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972 Placement Records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Verified across 9 Engineering Branches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88% ML Accuracy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Random Forest Classifier (120 Estimators)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65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100% Strict Type Safety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tsc --noEmit &amp; zero Python compilation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16/16 Audit Passed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IDOR 403 Forbidden &amp; Security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Bilingual AI Mentorship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English, Telugu Script &amp; Roman Telugu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023360"/>
            <a:ext cx="3429000" cy="2011680"/>
          </a:xfrm>
          <a:prstGeom prst="roundRect">
            <a:avLst/>
          </a:prstGeom>
          <a:solidFill>
            <a:srgbClr val="121018"/>
          </a:solidFill>
          <a:ln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2519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2D55"/>
                </a:solidFill>
              </a:defRPr>
            </a:pPr>
            <a:r>
              <a:t>✓ Production Deployed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Vercel Edge SPA &amp; Render Cloud API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Conclusion, Future Horizons &amp;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97135" cy="4480560"/>
          </a:xfrm>
          <a:prstGeom prst="roundRect">
            <a:avLst/>
          </a:prstGeom>
          <a:solidFill>
            <a:srgbClr val="121018"/>
          </a:solidFill>
          <a:ln w="19050">
            <a:solidFill>
              <a:srgbClr val="30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2D55"/>
                </a:solidFill>
              </a:defRPr>
            </a:pPr>
            <a:r>
              <a:t>Future Roadmap: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AI Voice Mock Interviews: Real-time speech and technical problem-solving analysis.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Automated Code Verification: Direct GitHub &amp; LeetCode API integration for continuous skill validation.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Multi-Campus Federated Network: Benchmarking placement metrics across peer universities.</a:t>
            </a:r>
          </a:p>
          <a:p>
            <a:pPr>
              <a:defRPr sz="1200">
                <a:solidFill>
                  <a:srgbClr val="302032"/>
                </a:solidFill>
              </a:defRPr>
            </a:pPr>
            <a:r>
              <a:t>━━━━━━━━━━━━━━━━━━━━━━━━━━━━━━━━━━━━━━━━━━━━━━━━━━━</a:t>
            </a:r>
          </a:p>
          <a:p>
            <a:pPr>
              <a:defRPr sz="2200" b="1">
                <a:solidFill>
                  <a:srgbClr val="A855F7"/>
                </a:solidFill>
              </a:defRPr>
            </a:pPr>
            <a:r>
              <a:t>Thank you! Open for Questions &amp; Discussion.</a:t>
            </a:r>
          </a:p>
          <a:p>
            <a:pPr>
              <a:defRPr sz="1400">
                <a:solidFill>
                  <a:srgbClr val="FF2D55"/>
                </a:solidFill>
              </a:defRPr>
            </a:pPr>
            <a:r>
              <a:t>Developer: Dileep Bommali  |  GitHub: https://github.com/dileepbommali16-ops/pathfinder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